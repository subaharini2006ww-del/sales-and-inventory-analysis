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/>
              <a:t>Sales &amp; Inventory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Mini Project using Pivot Tables</a:t>
            </a:r>
          </a:p>
          <a:p>
            <a:pPr/>
          </a:p>
          <a:p>
            <a:pPr/>
            <a:r>
              <a:rPr/>
              <a:t>Name:S.SUBAHARINI</a:t>
            </a:r>
          </a:p>
          <a:p>
            <a:pPr/>
            <a:r>
              <a:rPr/>
              <a:t>Register Number:E720524cy030</a:t>
            </a:r>
          </a:p>
          <a:p>
            <a:pPr/>
            <a:r>
              <a:rPr/>
              <a:t>Department:BE.(CSE).CYBER SECURITY (II) </a:t>
            </a:r>
          </a:p>
          <a:p>
            <a:pPr/>
            <a:r>
              <a:rPr/>
              <a:t>Date:19/04/2026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This project analyzes sales and inventory data using Pivot Tables.</a:t>
            </a:r>
          </a:p>
          <a:p>
            <a:pPr/>
          </a:p>
          <a:p>
            <a:pPr/>
            <a:r>
              <a:rPr/>
              <a:t>Helps in:</a:t>
            </a:r>
          </a:p>
          <a:p>
            <a:pPr/>
            <a:r>
              <a:rPr/>
              <a:t>- Tracking sales</a:t>
            </a:r>
          </a:p>
          <a:p>
            <a:pPr/>
            <a:r>
              <a:rPr/>
              <a:t>- Monitoring stock</a:t>
            </a:r>
          </a:p>
          <a:p>
            <a:pPr/>
            <a:r>
              <a:rPr/>
              <a:t>- Identifying best products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Includes:</a:t>
            </a:r>
          </a:p>
          <a:p>
            <a:pPr/>
            <a:r>
              <a:rPr/>
              <a:t>- Date</a:t>
            </a:r>
          </a:p>
          <a:p>
            <a:pPr/>
            <a:r>
              <a:rPr/>
              <a:t>- Product</a:t>
            </a:r>
          </a:p>
          <a:p>
            <a:pPr/>
            <a:r>
              <a:rPr/>
              <a:t>- Category</a:t>
            </a:r>
          </a:p>
          <a:p>
            <a:pPr/>
            <a:r>
              <a:rPr/>
              <a:t>- Region</a:t>
            </a:r>
          </a:p>
          <a:p>
            <a:pPr/>
            <a:r>
              <a:rPr/>
              <a:t>- Salesperson</a:t>
            </a:r>
          </a:p>
          <a:p>
            <a:pPr/>
            <a:r>
              <a:rPr/>
              <a:t>- Units Sold</a:t>
            </a:r>
          </a:p>
          <a:p>
            <a:pPr/>
            <a:r>
              <a:rPr/>
              <a:t>- Unit Price</a:t>
            </a:r>
          </a:p>
          <a:p>
            <a:pPr/>
            <a:r>
              <a:rPr/>
              <a:t>- Stock Available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/>
              <a:t>Task 1 – Sales by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Rows: Product</a:t>
            </a:r>
          </a:p>
          <a:p>
            <a:pPr/>
            <a:r>
              <a:rPr/>
              <a:t>Values: Total Sales</a:t>
            </a:r>
          </a:p>
          <a:p>
            <a:pPr/>
          </a:p>
          <a:p>
            <a:pPr/>
            <a:r>
              <a:rPr/>
              <a:t>Insight:</a:t>
            </a:r>
          </a:p>
          <a:p>
            <a:pPr/>
            <a:r>
              <a:rPr/>
              <a:t>Laptop highest revenue</a:t>
            </a:r>
          </a:p>
          <a:p>
            <a:pPr/>
            <a:r>
              <a:rPr/>
              <a:t>Mobile second</a:t>
            </a:r>
          </a:p>
        </p:txBody>
      </p:sp>
      <p:pic>
        <p:nvPicPr>
          <p:cNvPr id="199" name="Image"/>
          <p:cNvPicPr>
            <a:picLocks noChangeAspect="1"/>
          </p:cNvPicPr>
          <p:nvPr/>
        </p:nvPicPr>
        <p:blipFill>
          <a:blip cstate="none" r:embed="rId2"/>
          <a:stretch>
            <a:fillRect/>
          </a:stretch>
        </p:blipFill>
        <p:spPr>
          <a:xfrm>
            <a:off x="2641652" y="5088721"/>
            <a:ext cx="6512421" cy="1770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/>
              <a:t>Task 2 – Sales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Rows: Region</a:t>
            </a:r>
          </a:p>
          <a:p>
            <a:pPr/>
            <a:r>
              <a:rPr/>
              <a:t>Values: Total Sales</a:t>
            </a:r>
          </a:p>
          <a:p>
            <a:pPr/>
          </a:p>
          <a:p>
            <a:pPr/>
            <a:r>
              <a:rPr/>
              <a:t>Insight:</a:t>
            </a:r>
          </a:p>
          <a:p>
            <a:pPr/>
            <a:r>
              <a:rPr/>
              <a:t>East best</a:t>
            </a:r>
          </a:p>
          <a:p>
            <a:pPr/>
            <a:r>
              <a:rPr/>
              <a:t>North lowest</a:t>
            </a:r>
          </a:p>
        </p:txBody>
      </p:sp>
      <p:pic>
        <p:nvPicPr>
          <p:cNvPr id="199" name="Image"/>
          <p:cNvPicPr>
            <a:picLocks noChangeAspect="1"/>
          </p:cNvPicPr>
          <p:nvPr/>
        </p:nvPicPr>
        <p:blipFill>
          <a:blip cstate="none" r:embed="rId2"/>
          <a:stretch>
            <a:fillRect/>
          </a:stretch>
        </p:blipFill>
        <p:spPr>
          <a:xfrm>
            <a:off x="3047911" y="2832887"/>
            <a:ext cx="6106204" cy="33968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/>
              <a:t>Task 3 – Salesperson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Rows: Salesperson</a:t>
            </a:r>
          </a:p>
          <a:p>
            <a:pPr/>
            <a:r>
              <a:rPr/>
              <a:t>Values:</a:t>
            </a:r>
          </a:p>
          <a:p>
            <a:pPr/>
            <a:r>
              <a:rPr/>
              <a:t>- Units Sold</a:t>
            </a:r>
          </a:p>
          <a:p>
            <a:pPr/>
            <a:r>
              <a:rPr/>
              <a:t>- Total Sales</a:t>
            </a:r>
          </a:p>
          <a:p>
            <a:pPr/>
          </a:p>
          <a:p>
            <a:pPr/>
            <a:r>
              <a:rPr/>
              <a:t>Insight:</a:t>
            </a:r>
          </a:p>
          <a:p>
            <a:pPr/>
            <a:r>
              <a:rPr/>
              <a:t>Rita more units</a:t>
            </a:r>
          </a:p>
          <a:p>
            <a:pPr/>
            <a:r>
              <a:rPr/>
              <a:t>John high revenue</a:t>
            </a:r>
          </a:p>
        </p:txBody>
      </p:sp>
      <p:pic>
        <p:nvPicPr>
          <p:cNvPr id="199" name="Image"/>
          <p:cNvPicPr>
            <a:picLocks noChangeAspect="1"/>
          </p:cNvPicPr>
          <p:nvPr/>
        </p:nvPicPr>
        <p:blipFill>
          <a:blip cstate="none" r:embed="rId2"/>
          <a:stretch>
            <a:fillRect/>
          </a:stretch>
        </p:blipFill>
        <p:spPr>
          <a:xfrm>
            <a:off x="3454365" y="2253811"/>
            <a:ext cx="5699763" cy="3203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/>
              <a:t>Task 4 – Inventory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Rows: Product</a:t>
            </a:r>
          </a:p>
          <a:p>
            <a:pPr/>
            <a:r>
              <a:rPr/>
              <a:t>Values: Stock Available</a:t>
            </a:r>
          </a:p>
          <a:p>
            <a:pPr/>
          </a:p>
          <a:p>
            <a:pPr/>
            <a:r>
              <a:rPr/>
              <a:t>Highlight stock &lt; 20</a:t>
            </a:r>
          </a:p>
          <a:p>
            <a:pPr/>
          </a:p>
          <a:p>
            <a:pPr/>
            <a:r>
              <a:rPr/>
              <a:t>Laptop &amp; Table low stock</a:t>
            </a:r>
          </a:p>
        </p:txBody>
      </p:sp>
      <p:pic>
        <p:nvPicPr>
          <p:cNvPr id="199" name="Image"/>
          <p:cNvPicPr>
            <a:picLocks noChangeAspect="1"/>
          </p:cNvPicPr>
          <p:nvPr/>
        </p:nvPicPr>
        <p:blipFill>
          <a:blip cstate="none" r:embed="rId2"/>
          <a:stretch>
            <a:fillRect/>
          </a:stretch>
        </p:blipFill>
        <p:spPr>
          <a:xfrm>
            <a:off x="4612560" y="1989604"/>
            <a:ext cx="4541555" cy="25434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/>
              <a:t>Task 5 – Category-wise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Rows: Category</a:t>
            </a:r>
          </a:p>
          <a:p>
            <a:pPr/>
            <a:r>
              <a:rPr/>
              <a:t>Values: Total Sales</a:t>
            </a:r>
          </a:p>
          <a:p>
            <a:pPr/>
          </a:p>
          <a:p>
            <a:pPr/>
            <a:r>
              <a:rPr/>
              <a:t>Electronics &gt; Furniture</a:t>
            </a:r>
          </a:p>
        </p:txBody>
      </p:sp>
      <p:pic>
        <p:nvPicPr>
          <p:cNvPr id="199" name="Image"/>
          <p:cNvPicPr>
            <a:picLocks noChangeAspect="1"/>
          </p:cNvPicPr>
          <p:nvPr/>
        </p:nvPicPr>
        <p:blipFill>
          <a:blip cstate="none" r:embed="rId2"/>
          <a:stretch>
            <a:fillRect/>
          </a:stretch>
        </p:blipFill>
        <p:spPr>
          <a:xfrm>
            <a:off x="2123312" y="3905133"/>
            <a:ext cx="5293490" cy="29592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/>
              <a:t>Task 6 – Pivot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Column Chart: Sales by Product</a:t>
            </a:r>
          </a:p>
          <a:p>
            <a:pPr/>
            <a:r>
              <a:rPr/>
              <a:t>Pie Chart: Category Share</a:t>
            </a:r>
          </a:p>
        </p:txBody>
      </p:sp>
      <p:pic>
        <p:nvPicPr>
          <p:cNvPr id="199" name="Image"/>
          <p:cNvPicPr>
            <a:picLocks noChangeAspect="1"/>
          </p:cNvPicPr>
          <p:nvPr/>
        </p:nvPicPr>
        <p:blipFill>
          <a:blip cstate="none" r:embed="rId2"/>
          <a:stretch>
            <a:fillRect/>
          </a:stretch>
        </p:blipFill>
        <p:spPr>
          <a:xfrm>
            <a:off x="1767813" y="2962898"/>
            <a:ext cx="6482060" cy="38988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/>
              <a:t>Task 7 – Slicers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Added slicers:</a:t>
            </a:r>
          </a:p>
          <a:p>
            <a:pPr/>
            <a:r>
              <a:rPr/>
              <a:t>- Region</a:t>
            </a:r>
          </a:p>
          <a:p>
            <a:pPr/>
            <a:r>
              <a:rPr/>
              <a:t>- Product</a:t>
            </a:r>
          </a:p>
          <a:p>
            <a:pPr/>
            <a:r>
              <a:rPr/>
              <a:t>- Salesperson</a:t>
            </a:r>
          </a:p>
          <a:p>
            <a:pPr/>
          </a:p>
          <a:p>
            <a:pPr/>
            <a:r>
              <a:rPr/>
              <a:t>Used for filtering</a:t>
            </a:r>
          </a:p>
        </p:txBody>
      </p:sp>
      <p:pic>
        <p:nvPicPr>
          <p:cNvPr id="199" name="Image"/>
          <p:cNvPicPr>
            <a:picLocks noChangeAspect="1"/>
          </p:cNvPicPr>
          <p:nvPr/>
        </p:nvPicPr>
        <p:blipFill>
          <a:blip cstate="none" r:embed="rId2"/>
          <a:stretch>
            <a:fillRect/>
          </a:stretch>
        </p:blipFill>
        <p:spPr>
          <a:xfrm>
            <a:off x="3240946" y="1138493"/>
            <a:ext cx="5130844" cy="2701314"/>
          </a:xfrm>
          <a:prstGeom prst="rect">
            <a:avLst/>
          </a:prstGeom>
        </p:spPr>
      </p:pic>
      <p:pic>
        <p:nvPicPr>
          <p:cNvPr id="199" name="Image"/>
          <p:cNvPicPr>
            <a:picLocks noChangeAspect="1"/>
          </p:cNvPicPr>
          <p:nvPr/>
        </p:nvPicPr>
        <p:blipFill>
          <a:blip cstate="none" r:embed="rId3"/>
          <a:stretch>
            <a:fillRect/>
          </a:stretch>
        </p:blipFill>
        <p:spPr>
          <a:xfrm>
            <a:off x="467301" y="4000458"/>
            <a:ext cx="3972552" cy="2108229"/>
          </a:xfrm>
          <a:prstGeom prst="rect">
            <a:avLst/>
          </a:prstGeom>
        </p:spPr>
      </p:pic>
      <p:pic>
        <p:nvPicPr>
          <p:cNvPr id="199" name="Image"/>
          <p:cNvPicPr>
            <a:picLocks noChangeAspect="1"/>
          </p:cNvPicPr>
          <p:nvPr/>
        </p:nvPicPr>
        <p:blipFill>
          <a:blip cstate="none" r:embed="rId4"/>
          <a:stretch>
            <a:fillRect/>
          </a:stretch>
        </p:blipFill>
        <p:spPr>
          <a:xfrm>
            <a:off x="4602430" y="3974003"/>
            <a:ext cx="4094498" cy="21408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Pivot Tables simplify analysis</a:t>
            </a:r>
          </a:p>
          <a:p>
            <a:pPr/>
            <a:r>
              <a:rPr/>
              <a:t>Help in decision making</a:t>
            </a:r>
          </a:p>
          <a:p>
            <a:pPr/>
            <a:r>
              <a:rPr/>
              <a:t>Identify best product, region, stock issues</a:t>
            </a:r>
          </a:p>
        </p:txBody>
      </p:sp>
      <p:pic>
        <p:nvPicPr>
          <p:cNvPr id="199" name="Image"/>
          <p:cNvPicPr>
            <a:picLocks noChangeAspect="1"/>
          </p:cNvPicPr>
          <p:nvPr/>
        </p:nvPicPr>
        <p:blipFill>
          <a:blip cstate="none" r:embed="rId2"/>
          <a:stretch>
            <a:fillRect/>
          </a:stretch>
        </p:blipFill>
        <p:spPr>
          <a:xfrm>
            <a:off x="995688" y="3467174"/>
            <a:ext cx="7558994" cy="2768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Thank You!</a:t>
            </a:r>
          </a:p>
          <a:p>
            <a:pPr/>
            <a:r>
              <a:rPr/>
              <a:t>Questions?</a:t>
            </a:r>
          </a:p>
          <a:p>
            <a:pPr/>
            <a:r>
              <a:rPr/>
              <a:t>How can sales performance be improved in low-performing regions?</a:t>
            </a:r>
          </a:p>
          <a:p>
            <a:pPr/>
            <a:r>
              <a:rPr/>
              <a:t>What steps can be taken to manage low inventory levels effectively?</a:t>
            </a:r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